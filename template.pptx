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FF8F-A23F-09AE-D9BA-3E0CBC5EF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52056-A9E5-AE59-6178-1FEC240FB8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55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46DB-0CAC-0ADC-3D9D-84AEEE33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C8B8C-95D0-9B1D-60D5-B9DE450B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451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Introduction to Accessible Maths</dc:title>
  <dc:creator>Emma Cliffe</dc:creator>
  <cp:keywords/>
  <cp:lastModifiedBy>Emma Cliffe</cp:lastModifiedBy>
  <cp:revision>2</cp:revision>
  <dcterms:created xsi:type="dcterms:W3CDTF">2026-08-24T13:03:39Z</dcterms:created>
  <dcterms:modified xsi:type="dcterms:W3CDTF">2026-08-24T13:59:52Z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August 25, 2026</vt:lpwstr>
  </property>
  <property fmtid="{D5CDD505-2E9C-101B-9397-08002B2CF9AE}" pid="8" name="date-format">
    <vt:lpwstr>long</vt:lpwstr>
  </property>
  <property fmtid="{D5CDD505-2E9C-101B-9397-08002B2CF9AE}" pid="9" name="editor">
    <vt:lpwstr>visual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subtitle">
    <vt:lpwstr>Science &amp; Engineering Faculty, University of Limerick</vt:lpwstr>
  </property>
  <property fmtid="{D5CDD505-2E9C-101B-9397-08002B2CF9AE}" pid="15" name="toc-title">
    <vt:lpwstr>Table of contents</vt:lpwstr>
  </property>
</Properties>
</file>